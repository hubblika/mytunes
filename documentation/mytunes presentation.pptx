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9" r:id="rId1"/>
  </p:sldMasterIdLst>
  <p:sldIdLst>
    <p:sldId id="256" r:id="rId2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93592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10059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2784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11/16/2025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0909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11/16/2025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8638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11/16/2025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2768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11/16/2025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10050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11/16/2025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8905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11/16/2025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2898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094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2314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95799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05" r:id="rId2"/>
    <p:sldLayoutId id="2147483706" r:id="rId3"/>
    <p:sldLayoutId id="2147483707" r:id="rId4"/>
    <p:sldLayoutId id="2147483708" r:id="rId5"/>
    <p:sldLayoutId id="2147483702" r:id="rId6"/>
    <p:sldLayoutId id="2147483698" r:id="rId7"/>
    <p:sldLayoutId id="2147483699" r:id="rId8"/>
    <p:sldLayoutId id="2147483700" r:id="rId9"/>
    <p:sldLayoutId id="2147483701" r:id="rId10"/>
    <p:sldLayoutId id="2147483703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E268AEE-6A3F-31E6-0D87-3F8ECBA8B6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04552" y="871758"/>
            <a:ext cx="5825448" cy="3871143"/>
          </a:xfrm>
        </p:spPr>
        <p:txBody>
          <a:bodyPr>
            <a:normAutofit/>
          </a:bodyPr>
          <a:lstStyle/>
          <a:p>
            <a:r>
              <a:rPr lang="hu-HU" dirty="0" err="1"/>
              <a:t>MyTunes</a:t>
            </a:r>
            <a:r>
              <a:rPr lang="hu-HU" dirty="0"/>
              <a:t> – zene streaming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7BFF1854-A625-5790-D9B8-F98345F02E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19964" y="4785543"/>
            <a:ext cx="5322013" cy="1005657"/>
          </a:xfrm>
        </p:spPr>
        <p:txBody>
          <a:bodyPr>
            <a:normAutofit/>
          </a:bodyPr>
          <a:lstStyle/>
          <a:p>
            <a:r>
              <a:rPr lang="hu-HU" dirty="0"/>
              <a:t>Készítette: Nagy Ákos és Bernáth Ábel</a:t>
            </a:r>
          </a:p>
        </p:txBody>
      </p:sp>
      <p:pic>
        <p:nvPicPr>
          <p:cNvPr id="4" name="Picture 3" descr="A képen Színesség, Neon, lámp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367CC16F-3CA5-2423-5C8B-4A2213F09C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712" r="27844"/>
          <a:stretch>
            <a:fillRect/>
          </a:stretch>
        </p:blipFill>
        <p:spPr>
          <a:xfrm>
            <a:off x="1" y="10"/>
            <a:ext cx="4876799" cy="685798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723776" y="723900"/>
            <a:ext cx="5706224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CF06E40-3ECB-4820-95B5-8A70B07D4B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723776" y="6134100"/>
            <a:ext cx="56681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1743123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11</Words>
  <Application>Microsoft Office PowerPoint</Application>
  <PresentationFormat>Szélesvásznú</PresentationFormat>
  <Paragraphs>2</Paragraphs>
  <Slides>1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</vt:i4>
      </vt:variant>
    </vt:vector>
  </HeadingPairs>
  <TitlesOfParts>
    <vt:vector size="5" baseType="lpstr">
      <vt:lpstr>Arial</vt:lpstr>
      <vt:lpstr>Calisto MT</vt:lpstr>
      <vt:lpstr>Univers Condensed</vt:lpstr>
      <vt:lpstr>ChronicleVTI</vt:lpstr>
      <vt:lpstr>MyTunes – zene streaming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O365 felhasználó</dc:creator>
  <cp:lastModifiedBy>O365 felhasználó</cp:lastModifiedBy>
  <cp:revision>2</cp:revision>
  <dcterms:created xsi:type="dcterms:W3CDTF">2025-11-16T16:41:49Z</dcterms:created>
  <dcterms:modified xsi:type="dcterms:W3CDTF">2025-11-16T16:43:03Z</dcterms:modified>
</cp:coreProperties>
</file>