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4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WOT" id="{28FC0114-0B25-4FFE-8D1C-9809DAD79DA2}">
          <p14:sldIdLst>
            <p14:sldId id="5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718"/>
    <a:srgbClr val="02113C"/>
    <a:srgbClr val="011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402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66B2-C3EF-49CC-9E91-9E66CEBCA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76504-4F8B-4967-BBB0-766B5739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CAFCE-8203-4784-B726-8051172C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CF53C-CEEE-4E0C-BAD3-DE24B03C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E5473-871E-43D6-AC66-AEE88B91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9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635F-B006-43D6-9700-2B3CEC55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A776-B36B-4A4D-A92B-C5C137A9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38D63-5857-4DC5-A4EF-A012FD14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FC60B-4879-4E22-B8FA-A9849B94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A2EB-BF5D-432F-9965-CADEBD34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6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D20D-5064-481A-8291-6CFBD93A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B1439-AC6B-47DB-A4F1-243509BE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AF3F4-C94C-4CCF-B95E-853245B1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0725B-989E-4522-AD0A-5352C194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752CA-1A2B-4C67-9595-A19A4343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5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64337-9843-4090-9C8A-5497590B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DCBFC-184C-449F-9ECD-0255A313D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E4D9C-38A1-4ECB-9979-E1BC6F6B2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87B2A-62C3-4C53-B6DB-D919DBB1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E664E-F017-4604-9C43-E463F531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62743-F0B7-4C8D-B086-AB45E3DD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4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9BC60-B22A-4A9F-8DC7-7F46B122B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69A4D-6D9B-4009-A3CE-6146BD477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D9D8D-FCD6-4CCD-A667-D545D83DC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DF227-339A-4F44-86E9-7C089AAAF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032F4-A9B9-4F17-B36C-D2682D33E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51428-401F-4300-81BB-DEA2C0A9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0A46E-3534-4F01-96C2-6408F1F4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8E2880-DE5D-4332-8F44-50FCBF7D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4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D34E-8683-42F5-B806-87B63085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3274A4-5C07-4BF8-BC78-1729EBF7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01305-DA44-49D2-8CC4-16F6667C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ACAAC-DBEC-4F74-B5EB-63CBCA0F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77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59CC0-35B1-4468-9E0C-B24592D4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2CC0A4-25CD-457B-BC1C-52AC42B9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D5AAE-5CB3-4E78-967A-D4DE291B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9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EA93-6F83-4B27-8F6A-1F10A1683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32D3E-255B-4370-B7CD-840C2BD30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8C444-4B44-4289-848D-F1DCDD120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E3F4E-A538-4340-BA9B-DD87C376F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EECAD-B050-4616-A288-381A0446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271A-C0FE-4DFD-A916-EECA9C0C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0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B26A-F2F5-4158-9557-EA734872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7983D-479C-42D4-ACE1-C96BB00CD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9392E-DB1F-4494-B55B-D48B70DD8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A0249-E8B3-47C4-AC68-0ED887EA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41428-892E-4AAF-8DEB-40EB7272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D4392-F826-4617-A7C3-2DB25455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9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C0C4-007D-48CE-B080-22A7699E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E0D35-7893-4F88-92AB-D335DB621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DF672-1EB6-4822-BCA4-DB30A28A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89B4-01A2-42C7-85C4-211202D6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FF284-072F-4C9F-9FDD-FB6F89BB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2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DC75D-02D6-4220-A686-A7AC834A2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C6C9C-8CA6-467C-B35A-28BFA091C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532F7-6612-456C-9544-157BA806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79E22-8D54-4D00-8149-178E6A88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EACE0-3525-43F0-BD4D-16072E767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1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86AA0B-BBD2-43E0-BF03-805048E3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63ED1-A860-4083-B736-F4DF69507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851BF-FD2F-4A7A-B654-47BF51C10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62405-84C2-4048-9C4C-220ACFA9AFD9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89AD2-4A6F-40E6-9B73-556F11467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AB851-FA4D-4EAD-95EC-55A6BE82E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D9B04-9385-4496-8A6E-F41E1512E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8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900E9161-FC3A-4C7A-BDE0-321383B3F6BF}"/>
              </a:ext>
            </a:extLst>
          </p:cNvPr>
          <p:cNvSpPr txBox="1"/>
          <p:nvPr/>
        </p:nvSpPr>
        <p:spPr>
          <a:xfrm>
            <a:off x="2307054" y="3781981"/>
            <a:ext cx="3797413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Számottevő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tapasztalat</a:t>
            </a:r>
            <a:r>
              <a:rPr lang="hu-HU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unk</a:t>
            </a: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van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webes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és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asztali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alkalmazások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fejlesztésében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,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0BBC15-5E2C-489F-8995-8D7ECA5EE310}"/>
              </a:ext>
            </a:extLst>
          </p:cNvPr>
          <p:cNvSpPr txBox="1"/>
          <p:nvPr/>
        </p:nvSpPr>
        <p:spPr>
          <a:xfrm>
            <a:off x="2307054" y="3464451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Erősségek</a:t>
            </a:r>
            <a:endParaRPr lang="en-US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9FEE7E67-7ADE-4E67-BEC8-32167C43CB64}"/>
              </a:ext>
            </a:extLst>
          </p:cNvPr>
          <p:cNvSpPr/>
          <p:nvPr/>
        </p:nvSpPr>
        <p:spPr>
          <a:xfrm>
            <a:off x="6322028" y="3275489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6 w 1332166"/>
              <a:gd name="connsiteY1" fmla="*/ 0 h 1332166"/>
              <a:gd name="connsiteX2" fmla="*/ 1332166 w 1332166"/>
              <a:gd name="connsiteY2" fmla="*/ 1332167 h 1332166"/>
              <a:gd name="connsiteX3" fmla="*/ 0 w 1332166"/>
              <a:gd name="connsiteY3" fmla="*/ 1332167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6" y="0"/>
                </a:lnTo>
                <a:lnTo>
                  <a:pt x="1332166" y="1332167"/>
                </a:lnTo>
                <a:lnTo>
                  <a:pt x="0" y="1332167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3122C8E7-869C-4529-BC7C-D2BC65E84EE5}"/>
              </a:ext>
            </a:extLst>
          </p:cNvPr>
          <p:cNvSpPr/>
          <p:nvPr/>
        </p:nvSpPr>
        <p:spPr>
          <a:xfrm>
            <a:off x="687705" y="3275489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7 w 1332166"/>
              <a:gd name="connsiteY1" fmla="*/ 0 h 1332166"/>
              <a:gd name="connsiteX2" fmla="*/ 1332167 w 1332166"/>
              <a:gd name="connsiteY2" fmla="*/ 1332167 h 1332166"/>
              <a:gd name="connsiteX3" fmla="*/ 0 w 1332166"/>
              <a:gd name="connsiteY3" fmla="*/ 1332167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7" y="0"/>
                </a:lnTo>
                <a:lnTo>
                  <a:pt x="1332167" y="1332167"/>
                </a:lnTo>
                <a:lnTo>
                  <a:pt x="0" y="1332167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FE083B4-FECD-48E8-9302-74F87F9A0147}"/>
              </a:ext>
            </a:extLst>
          </p:cNvPr>
          <p:cNvSpPr txBox="1"/>
          <p:nvPr/>
        </p:nvSpPr>
        <p:spPr>
          <a:xfrm>
            <a:off x="924025" y="3526074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94F892-A806-43A6-B13D-68F78A76649C}"/>
              </a:ext>
            </a:extLst>
          </p:cNvPr>
          <p:cNvSpPr txBox="1"/>
          <p:nvPr/>
        </p:nvSpPr>
        <p:spPr>
          <a:xfrm>
            <a:off x="6558348" y="3526074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A89E78-433E-4570-BD64-4929224E95E3}"/>
              </a:ext>
            </a:extLst>
          </p:cNvPr>
          <p:cNvSpPr txBox="1"/>
          <p:nvPr/>
        </p:nvSpPr>
        <p:spPr>
          <a:xfrm>
            <a:off x="7941314" y="3781981"/>
            <a:ext cx="4215882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Lehetőségünk nyílik az együttműködés készségét fejleszteni a csapatmunkának köszönhetően.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AEA254-7458-4209-AB60-A8FD9432E771}"/>
              </a:ext>
            </a:extLst>
          </p:cNvPr>
          <p:cNvSpPr txBox="1"/>
          <p:nvPr/>
        </p:nvSpPr>
        <p:spPr>
          <a:xfrm>
            <a:off x="7941314" y="3464451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Lehetőségek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96AA28-ADF6-4B19-AFE8-277951610AAE}"/>
              </a:ext>
            </a:extLst>
          </p:cNvPr>
          <p:cNvSpPr/>
          <p:nvPr/>
        </p:nvSpPr>
        <p:spPr>
          <a:xfrm rot="5400000">
            <a:off x="4970828" y="-1919"/>
            <a:ext cx="2250345" cy="1146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E38A96-ECAE-4DD5-B775-C640A4913C0B}"/>
              </a:ext>
            </a:extLst>
          </p:cNvPr>
          <p:cNvSpPr txBox="1"/>
          <p:nvPr/>
        </p:nvSpPr>
        <p:spPr>
          <a:xfrm>
            <a:off x="2307054" y="5114147"/>
            <a:ext cx="3797413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Mobilalkalmazás-fejlesztésben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nem rendelkezünk elég tapasztalattal.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880964-921D-41B2-AF39-0F312D94947A}"/>
              </a:ext>
            </a:extLst>
          </p:cNvPr>
          <p:cNvSpPr txBox="1"/>
          <p:nvPr/>
        </p:nvSpPr>
        <p:spPr>
          <a:xfrm>
            <a:off x="2307054" y="4796617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Gyengeségek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32A09E6-8483-4090-816E-959E3B326AA1}"/>
              </a:ext>
            </a:extLst>
          </p:cNvPr>
          <p:cNvSpPr txBox="1"/>
          <p:nvPr/>
        </p:nvSpPr>
        <p:spPr>
          <a:xfrm>
            <a:off x="1517235" y="1644694"/>
            <a:ext cx="10113933" cy="1483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 </a:t>
            </a:r>
            <a:r>
              <a:rPr lang="hu-HU" sz="1600" dirty="0" err="1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MyTunes</a:t>
            </a:r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egy modern, rugalmas és felhasználóközpontú zene-streaming platform, amely a minőségi hangzásra, a személyre szabott ajánlásokra és a tiszta, egyszerű felhasználói élményre helyezi a hangsúlyt. A következő SWOT elemzés áttekintést ad a projekt erősségeiről, gyengeségeiről, lehetőségeiről és a piacon jelen lévő fenyegetésekről, hogy segítsen stratégiai döntések meghozatalában és a szolgáltatás hosszú távú sikerének megalapozásában.</a:t>
            </a:r>
            <a:endParaRPr lang="en-US" sz="1600" spc="0" baseline="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C2548A6-03B8-4219-B52F-086BA7CC29FC}"/>
              </a:ext>
            </a:extLst>
          </p:cNvPr>
          <p:cNvSpPr/>
          <p:nvPr/>
        </p:nvSpPr>
        <p:spPr>
          <a:xfrm rot="5400000">
            <a:off x="185239" y="1391744"/>
            <a:ext cx="1051919" cy="1422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7A453F-8DB0-473E-84ED-8E9CC6F9B405}"/>
              </a:ext>
            </a:extLst>
          </p:cNvPr>
          <p:cNvSpPr txBox="1"/>
          <p:nvPr/>
        </p:nvSpPr>
        <p:spPr>
          <a:xfrm>
            <a:off x="596265" y="552725"/>
            <a:ext cx="2512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Projekt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  <a:r>
              <a:rPr lang="en-US" sz="1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 panose="02000505000000020004" pitchFamily="2" charset="0"/>
                <a:cs typeface="Poppins"/>
                <a:sym typeface="Poppins"/>
                <a:rtl val="0"/>
              </a:rPr>
              <a:t>SWOT </a:t>
            </a:r>
            <a:r>
              <a:rPr lang="hu-HU" sz="1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 panose="02000505000000020004" pitchFamily="2" charset="0"/>
                <a:cs typeface="Poppins"/>
                <a:sym typeface="Poppins"/>
                <a:rtl val="0"/>
              </a:rPr>
              <a:t>Analízis</a:t>
            </a:r>
            <a:r>
              <a:rPr lang="en-US" sz="1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 panose="02000505000000020004" pitchFamily="2" charset="0"/>
                <a:cs typeface="Poppins"/>
                <a:sym typeface="Poppins"/>
                <a:rtl val="0"/>
              </a:rPr>
              <a:t> 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27AAA5-BCBE-463C-9654-CF9DED3B447C}"/>
              </a:ext>
            </a:extLst>
          </p:cNvPr>
          <p:cNvSpPr txBox="1"/>
          <p:nvPr/>
        </p:nvSpPr>
        <p:spPr>
          <a:xfrm>
            <a:off x="596265" y="930648"/>
            <a:ext cx="8361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 err="1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MyTunes</a:t>
            </a:r>
            <a:r>
              <a:rPr lang="hu-HU" sz="3600" dirty="0">
                <a:solidFill>
                  <a:schemeClr val="bg2">
                    <a:lumMod val="25000"/>
                  </a:schemeClr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 Projekt </a:t>
            </a:r>
            <a:r>
              <a:rPr lang="en-US" sz="3600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SWOT Anal</a:t>
            </a:r>
            <a:r>
              <a:rPr lang="hu-HU" sz="3600" dirty="0" err="1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ízise</a:t>
            </a:r>
            <a:endParaRPr lang="en-US" sz="3600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EA53D05-02D9-431E-9DCE-38B867A9F885}"/>
              </a:ext>
            </a:extLst>
          </p:cNvPr>
          <p:cNvSpPr/>
          <p:nvPr/>
        </p:nvSpPr>
        <p:spPr>
          <a:xfrm>
            <a:off x="687705" y="1749689"/>
            <a:ext cx="708850" cy="708850"/>
          </a:xfrm>
          <a:custGeom>
            <a:avLst/>
            <a:gdLst>
              <a:gd name="connsiteX0" fmla="*/ 708850 w 708850"/>
              <a:gd name="connsiteY0" fmla="*/ 354425 h 708850"/>
              <a:gd name="connsiteX1" fmla="*/ 354425 w 708850"/>
              <a:gd name="connsiteY1" fmla="*/ 708851 h 708850"/>
              <a:gd name="connsiteX2" fmla="*/ 0 w 708850"/>
              <a:gd name="connsiteY2" fmla="*/ 354425 h 708850"/>
              <a:gd name="connsiteX3" fmla="*/ 354425 w 708850"/>
              <a:gd name="connsiteY3" fmla="*/ 0 h 708850"/>
              <a:gd name="connsiteX4" fmla="*/ 708850 w 708850"/>
              <a:gd name="connsiteY4" fmla="*/ 354425 h 70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850" h="708850">
                <a:moveTo>
                  <a:pt x="708850" y="354425"/>
                </a:moveTo>
                <a:cubicBezTo>
                  <a:pt x="708850" y="550169"/>
                  <a:pt x="550169" y="708851"/>
                  <a:pt x="354425" y="708851"/>
                </a:cubicBezTo>
                <a:cubicBezTo>
                  <a:pt x="158682" y="708851"/>
                  <a:pt x="0" y="550169"/>
                  <a:pt x="0" y="354425"/>
                </a:cubicBezTo>
                <a:cubicBezTo>
                  <a:pt x="0" y="158681"/>
                  <a:pt x="158682" y="0"/>
                  <a:pt x="354425" y="0"/>
                </a:cubicBezTo>
                <a:cubicBezTo>
                  <a:pt x="550169" y="0"/>
                  <a:pt x="708850" y="158681"/>
                  <a:pt x="708850" y="354425"/>
                </a:cubicBezTo>
                <a:close/>
              </a:path>
            </a:pathLst>
          </a:custGeom>
          <a:gradFill>
            <a:gsLst>
              <a:gs pos="0">
                <a:srgbClr val="5D28FE"/>
              </a:gs>
              <a:gs pos="100000">
                <a:srgbClr val="BB66DD"/>
              </a:gs>
            </a:gsLst>
            <a:lin ang="108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5D68EEDD-B351-4D73-A4BF-503963FD2BC4}"/>
              </a:ext>
            </a:extLst>
          </p:cNvPr>
          <p:cNvSpPr/>
          <p:nvPr/>
        </p:nvSpPr>
        <p:spPr>
          <a:xfrm>
            <a:off x="920806" y="1982820"/>
            <a:ext cx="242649" cy="242589"/>
          </a:xfrm>
          <a:custGeom>
            <a:avLst/>
            <a:gdLst>
              <a:gd name="connsiteX0" fmla="*/ 241506 w 242649"/>
              <a:gd name="connsiteY0" fmla="*/ 9716 h 242589"/>
              <a:gd name="connsiteX1" fmla="*/ 241125 w 242649"/>
              <a:gd name="connsiteY1" fmla="*/ 8858 h 242589"/>
              <a:gd name="connsiteX2" fmla="*/ 240840 w 242649"/>
              <a:gd name="connsiteY2" fmla="*/ 8287 h 242589"/>
              <a:gd name="connsiteX3" fmla="*/ 238744 w 242649"/>
              <a:gd name="connsiteY3" fmla="*/ 5239 h 242589"/>
              <a:gd name="connsiteX4" fmla="*/ 238363 w 242649"/>
              <a:gd name="connsiteY4" fmla="*/ 4763 h 242589"/>
              <a:gd name="connsiteX5" fmla="*/ 238077 w 242649"/>
              <a:gd name="connsiteY5" fmla="*/ 4382 h 242589"/>
              <a:gd name="connsiteX6" fmla="*/ 237696 w 242649"/>
              <a:gd name="connsiteY6" fmla="*/ 4096 h 242589"/>
              <a:gd name="connsiteX7" fmla="*/ 237220 w 242649"/>
              <a:gd name="connsiteY7" fmla="*/ 3715 h 242589"/>
              <a:gd name="connsiteX8" fmla="*/ 234172 w 242649"/>
              <a:gd name="connsiteY8" fmla="*/ 1619 h 242589"/>
              <a:gd name="connsiteX9" fmla="*/ 233601 w 242649"/>
              <a:gd name="connsiteY9" fmla="*/ 1333 h 242589"/>
              <a:gd name="connsiteX10" fmla="*/ 232743 w 242649"/>
              <a:gd name="connsiteY10" fmla="*/ 953 h 242589"/>
              <a:gd name="connsiteX11" fmla="*/ 232362 w 242649"/>
              <a:gd name="connsiteY11" fmla="*/ 857 h 242589"/>
              <a:gd name="connsiteX12" fmla="*/ 228362 w 242649"/>
              <a:gd name="connsiteY12" fmla="*/ 0 h 242589"/>
              <a:gd name="connsiteX13" fmla="*/ 228076 w 242649"/>
              <a:gd name="connsiteY13" fmla="*/ 0 h 242589"/>
              <a:gd name="connsiteX14" fmla="*/ 227886 w 242649"/>
              <a:gd name="connsiteY14" fmla="*/ 0 h 242589"/>
              <a:gd name="connsiteX15" fmla="*/ 226933 w 242649"/>
              <a:gd name="connsiteY15" fmla="*/ 0 h 242589"/>
              <a:gd name="connsiteX16" fmla="*/ 226743 w 242649"/>
              <a:gd name="connsiteY16" fmla="*/ 0 h 242589"/>
              <a:gd name="connsiteX17" fmla="*/ 89011 w 242649"/>
              <a:gd name="connsiteY17" fmla="*/ 6096 h 242589"/>
              <a:gd name="connsiteX18" fmla="*/ 74533 w 242649"/>
              <a:gd name="connsiteY18" fmla="*/ 21908 h 242589"/>
              <a:gd name="connsiteX19" fmla="*/ 90345 w 242649"/>
              <a:gd name="connsiteY19" fmla="*/ 36386 h 242589"/>
              <a:gd name="connsiteX20" fmla="*/ 189024 w 242649"/>
              <a:gd name="connsiteY20" fmla="*/ 32004 h 242589"/>
              <a:gd name="connsiteX21" fmla="*/ 4429 w 242649"/>
              <a:gd name="connsiteY21" fmla="*/ 216599 h 242589"/>
              <a:gd name="connsiteX22" fmla="*/ 4429 w 242649"/>
              <a:gd name="connsiteY22" fmla="*/ 238125 h 242589"/>
              <a:gd name="connsiteX23" fmla="*/ 25956 w 242649"/>
              <a:gd name="connsiteY23" fmla="*/ 238125 h 242589"/>
              <a:gd name="connsiteX24" fmla="*/ 210550 w 242649"/>
              <a:gd name="connsiteY24" fmla="*/ 53530 h 242589"/>
              <a:gd name="connsiteX25" fmla="*/ 206169 w 242649"/>
              <a:gd name="connsiteY25" fmla="*/ 152209 h 242589"/>
              <a:gd name="connsiteX26" fmla="*/ 220647 w 242649"/>
              <a:gd name="connsiteY26" fmla="*/ 168021 h 242589"/>
              <a:gd name="connsiteX27" fmla="*/ 232077 w 242649"/>
              <a:gd name="connsiteY27" fmla="*/ 163544 h 242589"/>
              <a:gd name="connsiteX28" fmla="*/ 236553 w 242649"/>
              <a:gd name="connsiteY28" fmla="*/ 153448 h 242589"/>
              <a:gd name="connsiteX29" fmla="*/ 242649 w 242649"/>
              <a:gd name="connsiteY29" fmla="*/ 15621 h 242589"/>
              <a:gd name="connsiteX30" fmla="*/ 242649 w 242649"/>
              <a:gd name="connsiteY30" fmla="*/ 15430 h 242589"/>
              <a:gd name="connsiteX31" fmla="*/ 242649 w 242649"/>
              <a:gd name="connsiteY31" fmla="*/ 14573 h 242589"/>
              <a:gd name="connsiteX32" fmla="*/ 242649 w 242649"/>
              <a:gd name="connsiteY32" fmla="*/ 14288 h 242589"/>
              <a:gd name="connsiteX33" fmla="*/ 242649 w 242649"/>
              <a:gd name="connsiteY33" fmla="*/ 14002 h 242589"/>
              <a:gd name="connsiteX34" fmla="*/ 241887 w 242649"/>
              <a:gd name="connsiteY34" fmla="*/ 10001 h 242589"/>
              <a:gd name="connsiteX35" fmla="*/ 241792 w 242649"/>
              <a:gd name="connsiteY35" fmla="*/ 9620 h 242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2649" h="242589">
                <a:moveTo>
                  <a:pt x="241506" y="9716"/>
                </a:moveTo>
                <a:cubicBezTo>
                  <a:pt x="241506" y="9716"/>
                  <a:pt x="241221" y="9144"/>
                  <a:pt x="241125" y="8858"/>
                </a:cubicBezTo>
                <a:cubicBezTo>
                  <a:pt x="241125" y="8668"/>
                  <a:pt x="240935" y="8477"/>
                  <a:pt x="240840" y="8287"/>
                </a:cubicBezTo>
                <a:cubicBezTo>
                  <a:pt x="240268" y="7239"/>
                  <a:pt x="239601" y="6191"/>
                  <a:pt x="238744" y="5239"/>
                </a:cubicBezTo>
                <a:cubicBezTo>
                  <a:pt x="238649" y="5048"/>
                  <a:pt x="238458" y="4953"/>
                  <a:pt x="238363" y="4763"/>
                </a:cubicBezTo>
                <a:cubicBezTo>
                  <a:pt x="238268" y="4667"/>
                  <a:pt x="238173" y="4477"/>
                  <a:pt x="238077" y="4382"/>
                </a:cubicBezTo>
                <a:cubicBezTo>
                  <a:pt x="237982" y="4286"/>
                  <a:pt x="237792" y="4191"/>
                  <a:pt x="237696" y="4096"/>
                </a:cubicBezTo>
                <a:cubicBezTo>
                  <a:pt x="237506" y="4000"/>
                  <a:pt x="237411" y="3810"/>
                  <a:pt x="237220" y="3715"/>
                </a:cubicBezTo>
                <a:cubicBezTo>
                  <a:pt x="236268" y="2858"/>
                  <a:pt x="235220" y="2191"/>
                  <a:pt x="234172" y="1619"/>
                </a:cubicBezTo>
                <a:cubicBezTo>
                  <a:pt x="233982" y="1524"/>
                  <a:pt x="233791" y="1429"/>
                  <a:pt x="233601" y="1333"/>
                </a:cubicBezTo>
                <a:cubicBezTo>
                  <a:pt x="233315" y="1238"/>
                  <a:pt x="233029" y="1048"/>
                  <a:pt x="232743" y="953"/>
                </a:cubicBezTo>
                <a:cubicBezTo>
                  <a:pt x="232648" y="953"/>
                  <a:pt x="232458" y="953"/>
                  <a:pt x="232362" y="857"/>
                </a:cubicBezTo>
                <a:cubicBezTo>
                  <a:pt x="231029" y="381"/>
                  <a:pt x="229695" y="95"/>
                  <a:pt x="228362" y="0"/>
                </a:cubicBezTo>
                <a:cubicBezTo>
                  <a:pt x="228267" y="0"/>
                  <a:pt x="228171" y="0"/>
                  <a:pt x="228076" y="0"/>
                </a:cubicBezTo>
                <a:cubicBezTo>
                  <a:pt x="228076" y="0"/>
                  <a:pt x="227981" y="0"/>
                  <a:pt x="227886" y="0"/>
                </a:cubicBezTo>
                <a:cubicBezTo>
                  <a:pt x="227600" y="0"/>
                  <a:pt x="227219" y="0"/>
                  <a:pt x="226933" y="0"/>
                </a:cubicBezTo>
                <a:cubicBezTo>
                  <a:pt x="226933" y="0"/>
                  <a:pt x="226838" y="0"/>
                  <a:pt x="226743" y="0"/>
                </a:cubicBezTo>
                <a:lnTo>
                  <a:pt x="89011" y="6096"/>
                </a:lnTo>
                <a:cubicBezTo>
                  <a:pt x="80629" y="6477"/>
                  <a:pt x="74152" y="13525"/>
                  <a:pt x="74533" y="21908"/>
                </a:cubicBezTo>
                <a:cubicBezTo>
                  <a:pt x="74914" y="30290"/>
                  <a:pt x="81963" y="36767"/>
                  <a:pt x="90345" y="36386"/>
                </a:cubicBezTo>
                <a:lnTo>
                  <a:pt x="189024" y="32004"/>
                </a:lnTo>
                <a:lnTo>
                  <a:pt x="4429" y="216599"/>
                </a:lnTo>
                <a:cubicBezTo>
                  <a:pt x="-1476" y="222504"/>
                  <a:pt x="-1476" y="232124"/>
                  <a:pt x="4429" y="238125"/>
                </a:cubicBezTo>
                <a:cubicBezTo>
                  <a:pt x="10335" y="244126"/>
                  <a:pt x="19955" y="244030"/>
                  <a:pt x="25956" y="238125"/>
                </a:cubicBezTo>
                <a:lnTo>
                  <a:pt x="210550" y="53530"/>
                </a:lnTo>
                <a:lnTo>
                  <a:pt x="206169" y="152209"/>
                </a:lnTo>
                <a:cubicBezTo>
                  <a:pt x="205788" y="160592"/>
                  <a:pt x="212265" y="167640"/>
                  <a:pt x="220647" y="168021"/>
                </a:cubicBezTo>
                <a:cubicBezTo>
                  <a:pt x="225123" y="168212"/>
                  <a:pt x="229124" y="166497"/>
                  <a:pt x="232077" y="163544"/>
                </a:cubicBezTo>
                <a:cubicBezTo>
                  <a:pt x="234648" y="160972"/>
                  <a:pt x="236363" y="157448"/>
                  <a:pt x="236553" y="153448"/>
                </a:cubicBezTo>
                <a:lnTo>
                  <a:pt x="242649" y="15621"/>
                </a:lnTo>
                <a:cubicBezTo>
                  <a:pt x="242649" y="15621"/>
                  <a:pt x="242649" y="15526"/>
                  <a:pt x="242649" y="15430"/>
                </a:cubicBezTo>
                <a:cubicBezTo>
                  <a:pt x="242649" y="15145"/>
                  <a:pt x="242649" y="14859"/>
                  <a:pt x="242649" y="14573"/>
                </a:cubicBezTo>
                <a:cubicBezTo>
                  <a:pt x="242649" y="14478"/>
                  <a:pt x="242649" y="14383"/>
                  <a:pt x="242649" y="14288"/>
                </a:cubicBezTo>
                <a:cubicBezTo>
                  <a:pt x="242649" y="14192"/>
                  <a:pt x="242649" y="14097"/>
                  <a:pt x="242649" y="14002"/>
                </a:cubicBezTo>
                <a:cubicBezTo>
                  <a:pt x="242649" y="12668"/>
                  <a:pt x="242268" y="11335"/>
                  <a:pt x="241887" y="10001"/>
                </a:cubicBezTo>
                <a:cubicBezTo>
                  <a:pt x="241887" y="9906"/>
                  <a:pt x="241887" y="9716"/>
                  <a:pt x="241792" y="9620"/>
                </a:cubicBezTo>
                <a:close/>
              </a:path>
            </a:pathLst>
          </a:custGeom>
          <a:solidFill>
            <a:srgbClr val="F0F0F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3017F608-B2AC-4C61-8777-293F3C9F3F7E}"/>
              </a:ext>
            </a:extLst>
          </p:cNvPr>
          <p:cNvSpPr/>
          <p:nvPr/>
        </p:nvSpPr>
        <p:spPr>
          <a:xfrm>
            <a:off x="6322028" y="4607655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6 w 1332166"/>
              <a:gd name="connsiteY1" fmla="*/ 0 h 1332166"/>
              <a:gd name="connsiteX2" fmla="*/ 1332166 w 1332166"/>
              <a:gd name="connsiteY2" fmla="*/ 1332166 h 1332166"/>
              <a:gd name="connsiteX3" fmla="*/ 0 w 1332166"/>
              <a:gd name="connsiteY3" fmla="*/ 1332166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6" y="0"/>
                </a:lnTo>
                <a:lnTo>
                  <a:pt x="1332166" y="1332166"/>
                </a:lnTo>
                <a:lnTo>
                  <a:pt x="0" y="133216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A6C3A525-8055-4A9D-93CF-9676265813D7}"/>
              </a:ext>
            </a:extLst>
          </p:cNvPr>
          <p:cNvSpPr/>
          <p:nvPr/>
        </p:nvSpPr>
        <p:spPr>
          <a:xfrm>
            <a:off x="687705" y="4607655"/>
            <a:ext cx="1332166" cy="1332166"/>
          </a:xfrm>
          <a:custGeom>
            <a:avLst/>
            <a:gdLst>
              <a:gd name="connsiteX0" fmla="*/ 0 w 1332166"/>
              <a:gd name="connsiteY0" fmla="*/ 0 h 1332166"/>
              <a:gd name="connsiteX1" fmla="*/ 1332167 w 1332166"/>
              <a:gd name="connsiteY1" fmla="*/ 0 h 1332166"/>
              <a:gd name="connsiteX2" fmla="*/ 1332167 w 1332166"/>
              <a:gd name="connsiteY2" fmla="*/ 1332166 h 1332166"/>
              <a:gd name="connsiteX3" fmla="*/ 0 w 1332166"/>
              <a:gd name="connsiteY3" fmla="*/ 1332166 h 133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166" h="1332166">
                <a:moveTo>
                  <a:pt x="0" y="0"/>
                </a:moveTo>
                <a:lnTo>
                  <a:pt x="1332167" y="0"/>
                </a:lnTo>
                <a:lnTo>
                  <a:pt x="1332167" y="1332166"/>
                </a:lnTo>
                <a:lnTo>
                  <a:pt x="0" y="1332166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64B7FD-8576-4E6D-981B-21F64E5A9502}"/>
              </a:ext>
            </a:extLst>
          </p:cNvPr>
          <p:cNvSpPr txBox="1"/>
          <p:nvPr/>
        </p:nvSpPr>
        <p:spPr>
          <a:xfrm>
            <a:off x="924025" y="4858240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D5F35C-3965-4D39-BE41-CF48AD6EF3FE}"/>
              </a:ext>
            </a:extLst>
          </p:cNvPr>
          <p:cNvSpPr txBox="1"/>
          <p:nvPr/>
        </p:nvSpPr>
        <p:spPr>
          <a:xfrm>
            <a:off x="6558348" y="4858240"/>
            <a:ext cx="859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BB609-3EAD-420B-9F9F-BFA5AE737F5A}"/>
              </a:ext>
            </a:extLst>
          </p:cNvPr>
          <p:cNvSpPr txBox="1"/>
          <p:nvPr/>
        </p:nvSpPr>
        <p:spPr>
          <a:xfrm>
            <a:off x="7941314" y="5114147"/>
            <a:ext cx="3797413" cy="918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hu-HU" sz="1600" spc="0" baseline="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A zene-streaming</a:t>
            </a:r>
            <a:r>
              <a:rPr lang="hu-HU" sz="1600" spc="0" dirty="0">
                <a:solidFill>
                  <a:schemeClr val="bg2">
                    <a:lumMod val="25000"/>
                  </a:schemeClr>
                </a:solidFill>
                <a:latin typeface="Montserrat" panose="02000505000000020004" pitchFamily="2" charset="0"/>
                <a:cs typeface="Poppins"/>
                <a:sym typeface="Poppins"/>
                <a:rtl val="0"/>
              </a:rPr>
              <a:t> piacon erős a verseny, a nagy szereplők gyorsan reagálnak az új belépőkre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anose="02000505000000020004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EE56E7-5C23-4727-9E06-F94A78B7C19C}"/>
              </a:ext>
            </a:extLst>
          </p:cNvPr>
          <p:cNvSpPr txBox="1"/>
          <p:nvPr/>
        </p:nvSpPr>
        <p:spPr>
          <a:xfrm>
            <a:off x="7941314" y="4796617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 ExtraBold" panose="00000900000000000000" pitchFamily="2" charset="0"/>
                <a:cs typeface="Poppins"/>
                <a:sym typeface="Poppins"/>
                <a:rtl val="0"/>
              </a:rPr>
              <a:t>Fenyegetések</a:t>
            </a:r>
            <a:endParaRPr lang="en-US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 panose="00000900000000000000" pitchFamily="2" charset="0"/>
              <a:cs typeface="Poppins"/>
              <a:sym typeface="Poppins"/>
              <a:rtl val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3775B7-5865-4356-8C89-4E71A2409E33}"/>
              </a:ext>
            </a:extLst>
          </p:cNvPr>
          <p:cNvSpPr/>
          <p:nvPr/>
        </p:nvSpPr>
        <p:spPr>
          <a:xfrm rot="5400000">
            <a:off x="5683494" y="710748"/>
            <a:ext cx="825012" cy="1146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13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3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33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53333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decel="53333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53333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decel="5333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53333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decel="5333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53333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decel="5333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decel="5333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53333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2" grpId="0"/>
      <p:bldP spid="81" grpId="0" animBg="1"/>
      <p:bldP spid="93" grpId="0" animBg="1"/>
      <p:bldP spid="94" grpId="0"/>
      <p:bldP spid="36" grpId="0"/>
      <p:bldP spid="39" grpId="0"/>
      <p:bldP spid="40" grpId="0"/>
      <p:bldP spid="27" grpId="0"/>
      <p:bldP spid="28" grpId="0"/>
      <p:bldP spid="99" grpId="0"/>
      <p:bldP spid="95" grpId="0"/>
      <p:bldP spid="96" grpId="0"/>
      <p:bldP spid="97" grpId="0" animBg="1"/>
      <p:bldP spid="98" grpId="0" animBg="1"/>
      <p:bldP spid="85" grpId="0" animBg="1"/>
      <p:bldP spid="89" grpId="0" animBg="1"/>
      <p:bldP spid="25" grpId="0"/>
      <p:bldP spid="37" grpId="0"/>
      <p:bldP spid="42" grpId="0"/>
      <p:bldP spid="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5402</TotalTime>
  <Words>121</Words>
  <Application>Microsoft Office PowerPoint</Application>
  <PresentationFormat>Szélesvásznú</PresentationFormat>
  <Paragraphs>15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Montserrat ExtraBold</vt:lpstr>
      <vt:lpstr>Office Theme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Zaman</dc:creator>
  <cp:lastModifiedBy>O365 felhasználó</cp:lastModifiedBy>
  <cp:revision>57</cp:revision>
  <dcterms:created xsi:type="dcterms:W3CDTF">2024-02-18T05:14:35Z</dcterms:created>
  <dcterms:modified xsi:type="dcterms:W3CDTF">2025-11-19T17:50:14Z</dcterms:modified>
</cp:coreProperties>
</file>